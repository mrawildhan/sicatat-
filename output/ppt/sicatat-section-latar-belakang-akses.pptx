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aa1748b9294513" /><Relationship Type="http://schemas.openxmlformats.org/officeDocument/2006/relationships/extended-properties" Target="/docProps/app.xml" Id="R48ba7840859f4b3d" /><Relationship Type="http://schemas.openxmlformats.org/officeDocument/2006/relationships/officeDocument" Target="/ppt/presentation.xml" Id="R32957476c2d542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e5c8b508654fc6"/>
  </p:sldMasterIdLst>
  <p:notesMasterIdLst>
    <p:notesMasterId xmlns:r="http://schemas.openxmlformats.org/officeDocument/2006/relationships" r:id="Rdf311e1f011b4844"/>
  </p:notesMasterIdLst>
  <p:sldIdLst>
    <p:sldId xmlns:r="http://schemas.openxmlformats.org/officeDocument/2006/relationships" id="256" r:id="R5d17a6fa37e540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2c587003f54150" /><Relationship Type="http://schemas.openxmlformats.org/officeDocument/2006/relationships/slideMaster" Target="/ppt/slideMasters/slideMaster1.xml" Id="Rece5c8b508654fc6" /><Relationship Type="http://schemas.openxmlformats.org/officeDocument/2006/relationships/notesMaster" Target="/ppt/notesMasters/notesMaster1.xml" Id="Rdf311e1f011b4844" /><Relationship Type="http://schemas.openxmlformats.org/officeDocument/2006/relationships/presProps" Target="/ppt/presProps.xml" Id="R91495dc736c344bd" /><Relationship Type="http://schemas.openxmlformats.org/officeDocument/2006/relationships/tableStyles" Target="/ppt/tableStyles.xml" Id="R14e00c0c764f48dc" /><Relationship Type="http://schemas.openxmlformats.org/officeDocument/2006/relationships/slide" Target="/ppt/slides/slide1.xml" Id="R5d17a6fa37e540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b377781f154b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727836b4c84aaf" /><Relationship Type="http://schemas.openxmlformats.org/officeDocument/2006/relationships/notesMaster" Target="/ppt/notesMasters/notesMaster1.xml" Id="R7fba9322639b42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konfigurasi menu dan hak akses SICATAT saat ini. Akses dapat direview kembali sesuai kebutuhan operasional.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b73224be1c42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617064f59d48d4" /><Relationship Type="http://schemas.openxmlformats.org/officeDocument/2006/relationships/slideLayout" Target="/ppt/slideLayouts/slideLayout1.xml" Id="R020dbd8409c94e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0dbd8409c94e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864ec822e14471" /><Relationship Type="http://schemas.openxmlformats.org/officeDocument/2006/relationships/notesSlide" Target="/ppt/notesSlides/notesSlide1.xml" Id="R3f4586fef8f54a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C7D07C-83E2-437A-8C9B-40731E2A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4D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4D3D"/>
                </a:solidFill>
                <a:latin typeface="Arial"/>
                <a:ea typeface="Arial"/>
                <a:cs typeface="Arial"/>
              </a:rPr>
              <a:t>SICATAT — Section, Latar Belakang, dan Hak Akses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3AA9D0-97C3-44EE-B86E-998A9CC7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620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56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6756F"/>
                </a:solidFill>
                <a:latin typeface="Arial"/>
                <a:ea typeface="Arial"/>
                <a:cs typeface="Arial"/>
              </a:rPr>
              <a:t>Ringkasan menu aplikasi untuk review akses pengguna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162050"/>
          <a:ext xmlns:a="http://schemas.openxmlformats.org/drawingml/2006/main" cx="10972800" cy="51625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2238375"/>
                <a:gridCol w="5715000"/>
                <a:gridCol w="3019425"/>
              </a:tblGrid>
              <a:tr h="4191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Section / menu</a:t>
                      </a:r>
                    </a:p>
                  </a:txBody>
                  <a:tcPr marL="91440" marR="91440" marT="45720" marB="45720">
                    <a:solidFill>
                      <a:srgbClr val="084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Latar belakang</a:t>
                      </a:r>
                    </a:p>
                  </a:txBody>
                  <a:tcPr marL="91440" marR="91440" marT="45720" marB="45720">
                    <a:solidFill>
                      <a:srgbClr val="084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Akses</a:t>
                      </a:r>
                    </a:p>
                  </a:txBody>
                  <a:tcPr marL="91440" marR="91440" marT="45720" marB="45720">
                    <a:solidFill>
                      <a:srgbClr val="084D3D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84D3D"/>
                          </a:solidFill>
                          <a:latin typeface="Arial"/>
                          <a:ea typeface="Arial"/>
                          <a:cs typeface="Arial"/>
                        </a:rPr>
                        <a:t>Beranda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E2925"/>
                          </a:solidFill>
                          <a:latin typeface="Arial"/>
                          <a:ea typeface="Arial"/>
                          <a:cs typeface="Arial"/>
                        </a:rPr>
                        <a:t>Memberi ringkasan dan jalur cepat ke fitur utama.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2925"/>
                          </a:solidFill>
                          <a:latin typeface="Arial"/>
                          <a:ea typeface="Arial"/>
                          <a:cs typeface="Arial"/>
                        </a:rPr>
                        <a:t>Semua pengguna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84D3D"/>
                          </a:solidFill>
                          <a:latin typeface="Arial"/>
                          <a:ea typeface="Arial"/>
                          <a:cs typeface="Arial"/>
                        </a:rPr>
                        <a:t>Suhu</a:t>
                      </a:r>
                    </a:p>
                  </a:txBody>
                  <a:tcPr marL="91440" marR="91440" marT="45720" marB="45720"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E2925"/>
                          </a:solidFill>
                          <a:latin typeface="Arial"/>
                          <a:ea typeface="Arial"/>
                          <a:cs typeface="Arial"/>
                        </a:rPr>
                        <a:t>Mencatat inspeksi suhu agar kondisi peralatan dapat dipantau.</a:t>
                      </a:r>
                    </a:p>
                  </a:txBody>
                  <a:tcPr marL="91440" marR="91440" marT="45720" marB="45720"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2925"/>
                          </a:solidFill>
                          <a:latin typeface="Arial"/>
                          <a:ea typeface="Arial"/>
                          <a:cs typeface="Arial"/>
                        </a:rPr>
                        <a:t>Admin, Supervisor SMG/COP, Foreman</a:t>
                      </a:r>
                    </a:p>
                  </a:txBody>
                  <a:tcPr marL="91440" marR="91440" marT="45720" marB="45720">
                    <a:solidFill>
                      <a:srgbClr val="EAF4EF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84D3D"/>
                          </a:solidFill>
                          <a:latin typeface="Arial"/>
                          <a:ea typeface="Arial"/>
                          <a:cs typeface="Arial"/>
                        </a:rPr>
                        <a:t>Pengingat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E2925"/>
                          </a:solidFill>
                          <a:latin typeface="Arial"/>
                          <a:ea typeface="Arial"/>
                          <a:cs typeface="Arial"/>
                        </a:rPr>
                        <a:t>Menata pengingat pekerjaan dan tindak lanjut operasional.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2925"/>
                          </a:solidFill>
                          <a:latin typeface="Arial"/>
                          <a:ea typeface="Arial"/>
                          <a:cs typeface="Arial"/>
                        </a:rPr>
                        <a:t>Admin, Supervisor SMG, Foreman LV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84D3D"/>
                          </a:solidFill>
                          <a:latin typeface="Arial"/>
                          <a:ea typeface="Arial"/>
                          <a:cs typeface="Arial"/>
                        </a:rPr>
                        <a:t>Anggaran Operasional</a:t>
                      </a:r>
                    </a:p>
                  </a:txBody>
                  <a:tcPr marL="91440" marR="91440" marT="45720" marB="45720"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E2925"/>
                          </a:solidFill>
                          <a:latin typeface="Arial"/>
                          <a:ea typeface="Arial"/>
                          <a:cs typeface="Arial"/>
                        </a:rPr>
                        <a:t>Memantau budget, aktual, sisa, dan penggunaan per item.</a:t>
                      </a:r>
                    </a:p>
                  </a:txBody>
                  <a:tcPr marL="91440" marR="91440" marT="45720" marB="45720"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2925"/>
                          </a:solidFill>
                          <a:latin typeface="Arial"/>
                          <a:ea typeface="Arial"/>
                          <a:cs typeface="Arial"/>
                        </a:rPr>
                        <a:t>Semua pengguna</a:t>
                      </a:r>
                    </a:p>
                  </a:txBody>
                  <a:tcPr marL="91440" marR="91440" marT="45720" marB="45720">
                    <a:solidFill>
                      <a:srgbClr val="EAF4EF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84D3D"/>
                          </a:solidFill>
                          <a:latin typeface="Arial"/>
                          <a:ea typeface="Arial"/>
                          <a:cs typeface="Arial"/>
                        </a:rPr>
                        <a:t>Permintaan Barang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E2925"/>
                          </a:solidFill>
                          <a:latin typeface="Arial"/>
                          <a:ea typeface="Arial"/>
                          <a:cs typeface="Arial"/>
                        </a:rPr>
                        <a:t>Mencatat kebutuhan material agar proses permintaan tertelusur.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2925"/>
                          </a:solidFill>
                          <a:latin typeface="Arial"/>
                          <a:ea typeface="Arial"/>
                          <a:cs typeface="Arial"/>
                        </a:rPr>
                        <a:t>Semua pengguna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84D3D"/>
                          </a:solidFill>
                          <a:latin typeface="Arial"/>
                          <a:ea typeface="Arial"/>
                          <a:cs typeface="Arial"/>
                        </a:rPr>
                        <a:t>Data PR</a:t>
                      </a:r>
                    </a:p>
                  </a:txBody>
                  <a:tcPr marL="91440" marR="91440" marT="45720" marB="45720"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E2925"/>
                          </a:solidFill>
                          <a:latin typeface="Arial"/>
                          <a:ea typeface="Arial"/>
                          <a:cs typeface="Arial"/>
                        </a:rPr>
                        <a:t>Mencari PR, PO, deskripsi, referensi alat, dan tanggal barang datang.</a:t>
                      </a:r>
                    </a:p>
                  </a:txBody>
                  <a:tcPr marL="91440" marR="91440" marT="45720" marB="45720"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2925"/>
                          </a:solidFill>
                          <a:latin typeface="Arial"/>
                          <a:ea typeface="Arial"/>
                          <a:cs typeface="Arial"/>
                        </a:rPr>
                        <a:t>Semua pengguna</a:t>
                      </a:r>
                    </a:p>
                  </a:txBody>
                  <a:tcPr marL="91440" marR="91440" marT="45720" marB="45720">
                    <a:solidFill>
                      <a:srgbClr val="EAF4EF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84D3D"/>
                          </a:solidFill>
                          <a:latin typeface="Arial"/>
                          <a:ea typeface="Arial"/>
                          <a:cs typeface="Arial"/>
                        </a:rPr>
                        <a:t>Outstanding PM &amp; CM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E2925"/>
                          </a:solidFill>
                          <a:latin typeface="Arial"/>
                          <a:ea typeface="Arial"/>
                          <a:cs typeface="Arial"/>
                        </a:rPr>
                        <a:t>Memantau pekerjaan maintenance yang masih terbuka dan progresnya.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2925"/>
                          </a:solidFill>
                          <a:latin typeface="Arial"/>
                          <a:ea typeface="Arial"/>
                          <a:cs typeface="Arial"/>
                        </a:rPr>
                        <a:t>Semua pengguna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84D3D"/>
                          </a:solidFill>
                          <a:latin typeface="Arial"/>
                          <a:ea typeface="Arial"/>
                          <a:cs typeface="Arial"/>
                        </a:rPr>
                        <a:t>Notulen Rapat</a:t>
                      </a:r>
                    </a:p>
                  </a:txBody>
                  <a:tcPr marL="91440" marR="91440" marT="45720" marB="45720"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E2925"/>
                          </a:solidFill>
                          <a:latin typeface="Arial"/>
                          <a:ea typeface="Arial"/>
                          <a:cs typeface="Arial"/>
                        </a:rPr>
                        <a:t>Merekam pembahasan, PIC, tenggat, dan bukti tindak lanjut.</a:t>
                      </a:r>
                    </a:p>
                  </a:txBody>
                  <a:tcPr marL="91440" marR="91440" marT="45720" marB="45720"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2925"/>
                          </a:solidFill>
                          <a:latin typeface="Arial"/>
                          <a:ea typeface="Arial"/>
                          <a:cs typeface="Arial"/>
                        </a:rPr>
                        <a:t>Semua pengguna</a:t>
                      </a:r>
                    </a:p>
                  </a:txBody>
                  <a:tcPr marL="91440" marR="91440" marT="45720" marB="45720">
                    <a:solidFill>
                      <a:srgbClr val="EAF4EF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84D3D"/>
                          </a:solidFill>
                          <a:latin typeface="Arial"/>
                          <a:ea typeface="Arial"/>
                          <a:cs typeface="Arial"/>
                        </a:rPr>
                        <a:t>Gudang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E2925"/>
                          </a:solidFill>
                          <a:latin typeface="Arial"/>
                          <a:ea typeface="Arial"/>
                          <a:cs typeface="Arial"/>
                        </a:rPr>
                        <a:t>Mencari stok, penerimaan, dan referensi alat dari data gudang.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2925"/>
                          </a:solidFill>
                          <a:latin typeface="Arial"/>
                          <a:ea typeface="Arial"/>
                          <a:cs typeface="Arial"/>
                        </a:rPr>
                        <a:t>Admin, Supervisor SMG, Warehouseman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84D3D"/>
                          </a:solidFill>
                          <a:latin typeface="Arial"/>
                          <a:ea typeface="Arial"/>
                          <a:cs typeface="Arial"/>
                        </a:rPr>
                        <a:t>Pusat Dokumen</a:t>
                      </a:r>
                    </a:p>
                  </a:txBody>
                  <a:tcPr marL="91440" marR="91440" marT="45720" marB="45720"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E2925"/>
                          </a:solidFill>
                          <a:latin typeface="Arial"/>
                          <a:ea typeface="Arial"/>
                          <a:cs typeface="Arial"/>
                        </a:rPr>
                        <a:t>Memudahkan pencarian SOP, manual, izin kerja, dan drawing.</a:t>
                      </a:r>
                    </a:p>
                  </a:txBody>
                  <a:tcPr marL="91440" marR="91440" marT="45720" marB="45720"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2925"/>
                          </a:solidFill>
                          <a:latin typeface="Arial"/>
                          <a:ea typeface="Arial"/>
                          <a:cs typeface="Arial"/>
                        </a:rPr>
                        <a:t>Semua pengguna</a:t>
                      </a:r>
                    </a:p>
                  </a:txBody>
                  <a:tcPr marL="91440" marR="91440" marT="45720" marB="45720">
                    <a:solidFill>
                      <a:srgbClr val="EAF4EF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84D3D"/>
                          </a:solidFill>
                          <a:latin typeface="Arial"/>
                          <a:ea typeface="Arial"/>
                          <a:cs typeface="Arial"/>
                        </a:rPr>
                        <a:t>Cost Code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E2925"/>
                          </a:solidFill>
                          <a:latin typeface="Arial"/>
                          <a:ea typeface="Arial"/>
                          <a:cs typeface="Arial"/>
                        </a:rPr>
                        <a:t>Membantu memahami struktur dan elemen kode biaya.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2925"/>
                          </a:solidFill>
                          <a:latin typeface="Arial"/>
                          <a:ea typeface="Arial"/>
                          <a:cs typeface="Arial"/>
                        </a:rPr>
                        <a:t>Semua pengguna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84D3D"/>
                          </a:solidFill>
                          <a:latin typeface="Arial"/>
                          <a:ea typeface="Arial"/>
                          <a:cs typeface="Arial"/>
                        </a:rPr>
                        <a:t>Equipment Reference</a:t>
                      </a:r>
                    </a:p>
                  </a:txBody>
                  <a:tcPr marL="91440" marR="91440" marT="45720" marB="45720"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E2925"/>
                          </a:solidFill>
                          <a:latin typeface="Arial"/>
                          <a:ea typeface="Arial"/>
                          <a:cs typeface="Arial"/>
                        </a:rPr>
                        <a:t>Mencari referensi equipment Asamasam dan Kintap.</a:t>
                      </a:r>
                    </a:p>
                  </a:txBody>
                  <a:tcPr marL="91440" marR="91440" marT="45720" marB="45720"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2925"/>
                          </a:solidFill>
                          <a:latin typeface="Arial"/>
                          <a:ea typeface="Arial"/>
                          <a:cs typeface="Arial"/>
                        </a:rPr>
                        <a:t>Semua pengguna</a:t>
                      </a:r>
                    </a:p>
                  </a:txBody>
                  <a:tcPr marL="91440" marR="91440" marT="45720" marB="45720">
                    <a:solidFill>
                      <a:srgbClr val="EAF4EF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84D3D"/>
                          </a:solidFill>
                          <a:latin typeface="Arial"/>
                          <a:ea typeface="Arial"/>
                          <a:cs typeface="Arial"/>
                        </a:rPr>
                        <a:t>Profil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E2925"/>
                          </a:solidFill>
                          <a:latin typeface="Arial"/>
                          <a:ea typeface="Arial"/>
                          <a:cs typeface="Arial"/>
                        </a:rPr>
                        <a:t>Menampilkan identitas akun dan informasi akses pengguna.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2925"/>
                          </a:solidFill>
                          <a:latin typeface="Arial"/>
                          <a:ea typeface="Arial"/>
                          <a:cs typeface="Arial"/>
                        </a:rPr>
                        <a:t>Semua pengguna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57262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2026-09-12T00:46:45.7890000Z</dcterms:created>
  <dcterms:modified xsi:type="dcterms:W3CDTF">2026-09-12T00:46:45.7890000Z</dcterms:modified>
</coreProperties>
</file>