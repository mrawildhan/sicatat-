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d816dc828d4323" /><Relationship Type="http://schemas.openxmlformats.org/officeDocument/2006/relationships/extended-properties" Target="/docProps/app.xml" Id="Rf0b7d3d97f094074" /><Relationship Type="http://schemas.openxmlformats.org/officeDocument/2006/relationships/officeDocument" Target="/ppt/presentation.xml" Id="R627f9b01ff8b41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095ecf5e8447e"/>
  </p:sldMasterIdLst>
  <p:notesMasterIdLst>
    <p:notesMasterId xmlns:r="http://schemas.openxmlformats.org/officeDocument/2006/relationships" r:id="R50e82bcc20f04391"/>
  </p:notesMasterIdLst>
  <p:sldIdLst>
    <p:sldId xmlns:r="http://schemas.openxmlformats.org/officeDocument/2006/relationships" id="256" r:id="R77cc641fc65847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825b1c95064d7d" /><Relationship Type="http://schemas.openxmlformats.org/officeDocument/2006/relationships/slideMaster" Target="/ppt/slideMasters/slideMaster1.xml" Id="Ra52095ecf5e8447e" /><Relationship Type="http://schemas.openxmlformats.org/officeDocument/2006/relationships/notesMaster" Target="/ppt/notesMasters/notesMaster1.xml" Id="R50e82bcc20f04391" /><Relationship Type="http://schemas.openxmlformats.org/officeDocument/2006/relationships/presProps" Target="/ppt/presProps.xml" Id="R6eca8adcbea34c3f" /><Relationship Type="http://schemas.openxmlformats.org/officeDocument/2006/relationships/tableStyles" Target="/ppt/tableStyles.xml" Id="Ra4a433bf11124a0c" /><Relationship Type="http://schemas.openxmlformats.org/officeDocument/2006/relationships/slide" Target="/ppt/slides/slide1.xml" Id="R77cc641fc658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f9e6b5575346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b44749a904e0a" /><Relationship Type="http://schemas.openxmlformats.org/officeDocument/2006/relationships/notesMaster" Target="/ppt/notesMasters/notesMaster1.xml" Id="Rf42403779bec40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Satu slide ringkasan fitur SICATAT. Seluruh gambar adalah screenshot aplikasi SICATAT yang tersedia pada proyek.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7dae866524a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b627e412e46be" /><Relationship Type="http://schemas.openxmlformats.org/officeDocument/2006/relationships/slideLayout" Target="/ppt/slideLayouts/slideLayout1.xml" Id="Reef41dae3ccf49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f41dae3ccf49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82e8a8e364b23" /><Relationship Type="http://schemas.openxmlformats.org/officeDocument/2006/relationships/image" Target="/ppt/media/image.png" Id="R593f0411d2b04a1c" /><Relationship Type="http://schemas.openxmlformats.org/officeDocument/2006/relationships/image" Target="/ppt/media/image2.png" Id="Rcfa4c719c07c4b5a" /><Relationship Type="http://schemas.openxmlformats.org/officeDocument/2006/relationships/image" Target="/ppt/media/image3.png" Id="Ra036d2a4a0f04fbc" /><Relationship Type="http://schemas.openxmlformats.org/officeDocument/2006/relationships/image" Target="/ppt/media/image4.png" Id="Re5be64de64f8465b" /><Relationship Type="http://schemas.openxmlformats.org/officeDocument/2006/relationships/notesSlide" Target="/ppt/notesSlides/notesSlide1.xml" Id="Rf98c0a1d8fd944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095CD6-D6E2-4A87-AF1C-0DC10807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4D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D810F-5EAD-42EB-89A2-06D4FE3C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"/>
            <a:ext cx="95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C8A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A4AD6-211D-47D7-83D2-316D26B2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05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Fitur &amp; Section SICATAT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0263C-F999-4A08-8478-389CFC6F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858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BBD7C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BBD7CB"/>
                </a:solidFill>
                <a:latin typeface="Arial"/>
                <a:ea typeface="Arial"/>
                <a:cs typeface="Arial"/>
              </a:rPr>
              <a:t>Website operasional untuk informasi, pemantauan, dan pencarian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B6341-07B1-4ABC-A851-46B1543A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905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SICATAT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CEC9F-83FE-4C24-B3BE-096E4486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2238375" cy="403860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f0411d2b04a1c"/>
          <a:stretch xmlns:a="http://schemas.openxmlformats.org/drawingml/2006/main"/>
        </p:blipFill>
        <p:spPr>
          <a:xfrm xmlns:a="http://schemas.openxmlformats.org/drawingml/2006/main">
            <a:off x="1159311" y="1543050"/>
            <a:ext cx="1558053" cy="3238500"/>
          </a:xfrm>
          <a:prstGeom xmlns:a="http://schemas.openxmlformats.org/drawingml/2006/main" prst="roundRect">
            <a:avLst>
              <a:gd name="adj" fmla="val 574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9A318-8873-48F9-8F0E-787F0CED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482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PM &amp; CM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F8DEB-1F98-471C-ABED-433B5E68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D7E77"/>
                </a:solidFill>
                <a:latin typeface="Arial"/>
                <a:ea typeface="Arial"/>
                <a:cs typeface="Arial"/>
              </a:rPr>
              <a:t>Outstanding per crew dan lokasi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8ED08-4375-48D6-BB7A-63AB008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428750"/>
            <a:ext cx="2238375" cy="403860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4c719c07c4b5a"/>
          <a:stretch xmlns:a="http://schemas.openxmlformats.org/drawingml/2006/main"/>
        </p:blipFill>
        <p:spPr>
          <a:xfrm xmlns:a="http://schemas.openxmlformats.org/drawingml/2006/main">
            <a:off x="3956009" y="1543050"/>
            <a:ext cx="1508206" cy="3238500"/>
          </a:xfrm>
          <a:prstGeom xmlns:a="http://schemas.openxmlformats.org/drawingml/2006/main" prst="roundRect">
            <a:avLst>
              <a:gd name="adj" fmla="val 574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17711-5853-42FD-9B75-4D253CA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482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Anggaran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10A4E-2EC4-4671-A0C4-867D8194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43500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D7E77"/>
                </a:solidFill>
                <a:latin typeface="Arial"/>
                <a:ea typeface="Arial"/>
                <a:cs typeface="Arial"/>
              </a:rPr>
              <a:t>Budget, aktual, dan sisa anggaran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8B393-E3E1-4D11-8009-1594906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238375" cy="403860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6d2a4a0f04fbc"/>
          <a:stretch xmlns:a="http://schemas.openxmlformats.org/drawingml/2006/main"/>
        </p:blipFill>
        <p:spPr>
          <a:xfrm xmlns:a="http://schemas.openxmlformats.org/drawingml/2006/main">
            <a:off x="6734917" y="1543050"/>
            <a:ext cx="1493941" cy="3238500"/>
          </a:xfrm>
          <a:prstGeom xmlns:a="http://schemas.openxmlformats.org/drawingml/2006/main" prst="roundRect">
            <a:avLst>
              <a:gd name="adj" fmla="val 5742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ADC50-9D03-4537-A354-54EEFE0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482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Data PR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B809A9-F13D-416F-89FB-50D5E73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43500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D7E77"/>
                </a:solidFill>
                <a:latin typeface="Arial"/>
                <a:ea typeface="Arial"/>
                <a:cs typeface="Arial"/>
              </a:rPr>
              <a:t>Pencarian purchase requisition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61CE1-DE7A-42AA-B666-7EF001BE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428750"/>
            <a:ext cx="2238375" cy="4038600"/>
          </a:xfrm>
          <a:prstGeom xmlns:a="http://schemas.openxmlformats.org/drawingml/2006/main" prst="roundRect">
            <a:avLst>
              <a:gd name="adj" fmla="val 68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e64de64f8465b"/>
          <a:stretch xmlns:a="http://schemas.openxmlformats.org/drawingml/2006/main"/>
        </p:blipFill>
        <p:spPr>
          <a:xfrm xmlns:a="http://schemas.openxmlformats.org/drawingml/2006/main">
            <a:off x="9494177" y="1543050"/>
            <a:ext cx="1518972" cy="3238500"/>
          </a:xfrm>
          <a:prstGeom xmlns:a="http://schemas.openxmlformats.org/drawingml/2006/main" prst="roundRect">
            <a:avLst>
              <a:gd name="adj" fmla="val 574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0B596-322D-482E-9B82-A9D8066F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48225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23A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A30"/>
                </a:solidFill>
                <a:latin typeface="Arial"/>
                <a:ea typeface="Arial"/>
                <a:cs typeface="Arial"/>
              </a:rPr>
              <a:t>Referensi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0B4AA-BA9D-4096-996E-58EDF284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1914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D7E77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D7E77"/>
                </a:solidFill>
                <a:latin typeface="Arial"/>
                <a:ea typeface="Arial"/>
                <a:cs typeface="Arial"/>
              </a:rPr>
              <a:t>Cost code dan informasi pendukung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6F244-DFB5-4B26-816A-A76341E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655C"/>
                </a:solidFill>
                <a:latin typeface="Arial"/>
                <a:ea typeface="Arial"/>
                <a:cs typeface="Arial"/>
              </a:rPr>
              <a:t>Empat tampilan utama yang mendukung pekerjaan operasional sehari-hari.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A00E05-C5C5-4370-8AE2-00331FD2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531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D655C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4D655C"/>
                </a:solidFill>
                <a:latin typeface="Arial"/>
                <a:ea typeface="Arial"/>
                <a:cs typeface="Arial"/>
              </a:rPr>
              <a:t>SICATAT • Ringkasan fitur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99D47-BE98-47D8-8375-5BDE882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D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35718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2026-09-12T01:20:50.0190000Z</dcterms:created>
  <dcterms:modified xsi:type="dcterms:W3CDTF">2026-09-12T01:20:50.0190000Z</dcterms:modified>
</coreProperties>
</file>