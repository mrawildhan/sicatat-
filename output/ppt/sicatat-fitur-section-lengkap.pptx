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bb80e4bcc945a7" /><Relationship Type="http://schemas.openxmlformats.org/officeDocument/2006/relationships/extended-properties" Target="/docProps/app.xml" Id="Ra3368b71c56c4a92" /><Relationship Type="http://schemas.openxmlformats.org/officeDocument/2006/relationships/officeDocument" Target="/ppt/presentation.xml" Id="R6311d1d8e3f746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d15a7db7324346"/>
  </p:sldMasterIdLst>
  <p:notesMasterIdLst>
    <p:notesMasterId xmlns:r="http://schemas.openxmlformats.org/officeDocument/2006/relationships" r:id="R31eb1d41232142f9"/>
  </p:notesMasterIdLst>
  <p:sldIdLst>
    <p:sldId xmlns:r="http://schemas.openxmlformats.org/officeDocument/2006/relationships" id="256" r:id="Rf28cc68886b843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d32a07937c44f5" /><Relationship Type="http://schemas.openxmlformats.org/officeDocument/2006/relationships/slideMaster" Target="/ppt/slideMasters/slideMaster1.xml" Id="R24d15a7db7324346" /><Relationship Type="http://schemas.openxmlformats.org/officeDocument/2006/relationships/notesMaster" Target="/ppt/notesMasters/notesMaster1.xml" Id="R31eb1d41232142f9" /><Relationship Type="http://schemas.openxmlformats.org/officeDocument/2006/relationships/presProps" Target="/ppt/presProps.xml" Id="Rfa2f2e67279747d3" /><Relationship Type="http://schemas.openxmlformats.org/officeDocument/2006/relationships/tableStyles" Target="/ppt/tableStyles.xml" Id="R6f23ade98d6948d0" /><Relationship Type="http://schemas.openxmlformats.org/officeDocument/2006/relationships/slide" Target="/ppt/slides/slide1.xml" Id="Rf28cc68886b843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f58bb7d6f549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cddb1521754da2" /><Relationship Type="http://schemas.openxmlformats.org/officeDocument/2006/relationships/notesMaster" Target="/ppt/notesMasters/notesMaster1.xml" Id="R39ef502a2a014c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Ringkasan menu SICATAT. Screenshot menunjukkan Operasional, Referensi, PM &amp; CM, Anggaran Operasional, Data PR, dan Cost Code.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92c82adbc64b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23a8097f354224" /><Relationship Type="http://schemas.openxmlformats.org/officeDocument/2006/relationships/slideLayout" Target="/ppt/slideLayouts/slideLayout1.xml" Id="Ra6d6d57308db44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d6d57308db44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78988a84d4b94" /><Relationship Type="http://schemas.openxmlformats.org/officeDocument/2006/relationships/image" Target="/ppt/media/image.png" Id="R51ce97a9adfe4c29" /><Relationship Type="http://schemas.openxmlformats.org/officeDocument/2006/relationships/image" Target="/ppt/media/image2.png" Id="R3840f4e6be9349e7" /><Relationship Type="http://schemas.openxmlformats.org/officeDocument/2006/relationships/image" Target="/ppt/media/image3.png" Id="Rc79a89c056ab4c94" /><Relationship Type="http://schemas.openxmlformats.org/officeDocument/2006/relationships/image" Target="/ppt/media/image4.png" Id="R956f697acbbe495c" /><Relationship Type="http://schemas.openxmlformats.org/officeDocument/2006/relationships/image" Target="/ppt/media/image5.png" Id="R37c6c5dd558d47d2" /><Relationship Type="http://schemas.openxmlformats.org/officeDocument/2006/relationships/image" Target="/ppt/media/image6.png" Id="R19b423123d1b47b9" /><Relationship Type="http://schemas.openxmlformats.org/officeDocument/2006/relationships/notesSlide" Target="/ppt/notesSlides/notesSlide1.xml" Id="R156d6a62f00b42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7D3BBF-2FFE-4B0A-A4E3-582F189C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4D3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4AD80A-3515-4626-BCC7-4B4FDB8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"/>
            <a:ext cx="95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C8A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ABA4E-6BFE-4F51-B944-E9803EF0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"/>
            <a:ext cx="666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452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Fitur &amp; Section SICATAT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D0F60F-7EE7-4D71-B23F-251BDC17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76275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BD7C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BBD7CB"/>
                </a:solidFill>
                <a:latin typeface="Arial"/>
                <a:ea typeface="Arial"/>
                <a:cs typeface="Arial"/>
              </a:rPr>
              <a:t>Menu operasional dan referensi dalam satu aplikasi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013A9D-5CBE-43DC-8FCD-8037B6E6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SICATAT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774131-71AD-465D-A449-208A5279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28725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3A3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A30"/>
                </a:solidFill>
                <a:latin typeface="Arial"/>
                <a:ea typeface="Arial"/>
                <a:cs typeface="Arial"/>
              </a:rPr>
              <a:t>Operasional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144980-3A5A-4CAD-A4BC-5BF10B6B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552575"/>
            <a:ext cx="2905125" cy="2343150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ce97a9adfe4c29"/>
          <a:stretch xmlns:a="http://schemas.openxmlformats.org/drawingml/2006/main"/>
        </p:blipFill>
        <p:spPr>
          <a:xfrm xmlns:a="http://schemas.openxmlformats.org/drawingml/2006/main">
            <a:off x="812480" y="1676400"/>
            <a:ext cx="2137415" cy="1724025"/>
          </a:xfrm>
          <a:prstGeom xmlns:a="http://schemas.openxmlformats.org/drawingml/2006/main" prst="roundRect">
            <a:avLst>
              <a:gd name="adj" fmla="val 663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7DA81E-DF0B-4D1A-A744-7C74FB47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486150"/>
            <a:ext cx="26003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798"/>
          </a:bodyPr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557168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557168"/>
                </a:solidFill>
                <a:latin typeface="Arial"/>
                <a:ea typeface="Arial"/>
                <a:cs typeface="Arial"/>
              </a:rPr>
              <a:t>Suhu, Pengingat, Anggaran Operasional</a:t>
            </a:r>
          </a:p>
          <a:p xmlns:a="http://schemas.openxmlformats.org/drawingml/2006/main">
            <a:pPr>
              <a:defRPr sz="788">
                <a:solidFill>
                  <a:srgbClr val="557168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557168"/>
                </a:solidFill>
                <a:latin typeface="Arial"/>
                <a:ea typeface="Arial"/>
                <a:cs typeface="Arial"/>
              </a:rPr>
              <a:t>Permintaan Barang, PM &amp; CM, Notulen Rapat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F0F8DA-D3DA-4918-9ECD-ECB8E231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148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3A3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A30"/>
                </a:solidFill>
                <a:latin typeface="Arial"/>
                <a:ea typeface="Arial"/>
                <a:cs typeface="Arial"/>
              </a:rPr>
              <a:t>Referensi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8525B0-1AB1-42FA-833D-49A1309A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438650"/>
            <a:ext cx="2905125" cy="1685925"/>
          </a:xfrm>
          <a:prstGeom xmlns:a="http://schemas.openxmlformats.org/drawingml/2006/main" prst="roundRect">
            <a:avLst>
              <a:gd name="adj" fmla="val 90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40f4e6be9349e7"/>
          <a:stretch xmlns:a="http://schemas.openxmlformats.org/drawingml/2006/main"/>
        </p:blipFill>
        <p:spPr>
          <a:xfrm xmlns:a="http://schemas.openxmlformats.org/drawingml/2006/main">
            <a:off x="1452841" y="4514850"/>
            <a:ext cx="856693" cy="1057275"/>
          </a:xfrm>
          <a:prstGeom xmlns:a="http://schemas.openxmlformats.org/drawingml/2006/main" prst="roundRect">
            <a:avLst>
              <a:gd name="adj" fmla="val 10811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BB47BC-9979-4A13-8D05-AA354A61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676900"/>
            <a:ext cx="26003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67"/>
          </a:bodyPr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557168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557168"/>
                </a:solidFill>
                <a:latin typeface="Arial"/>
                <a:ea typeface="Arial"/>
                <a:cs typeface="Arial"/>
              </a:rPr>
              <a:t>Gudang, Pusat Dokumen</a:t>
            </a:r>
          </a:p>
          <a:p xmlns:a="http://schemas.openxmlformats.org/drawingml/2006/main">
            <a:pPr>
              <a:defRPr sz="788">
                <a:solidFill>
                  <a:srgbClr val="557168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557168"/>
                </a:solidFill>
                <a:latin typeface="Arial"/>
                <a:ea typeface="Arial"/>
                <a:cs typeface="Arial"/>
              </a:rPr>
              <a:t>Cost Code, Equipment Reference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161C4D-507B-448F-80FB-823B78E5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19225"/>
            <a:ext cx="1752600" cy="47053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9a89c056ab4c94"/>
          <a:stretch xmlns:a="http://schemas.openxmlformats.org/drawingml/2006/main"/>
        </p:blipFill>
        <p:spPr>
          <a:xfrm xmlns:a="http://schemas.openxmlformats.org/drawingml/2006/main">
            <a:off x="3819525" y="1739617"/>
            <a:ext cx="1543050" cy="3207316"/>
          </a:xfrm>
          <a:prstGeom xmlns:a="http://schemas.openxmlformats.org/drawingml/2006/main" prst="roundRect">
            <a:avLst>
              <a:gd name="adj" fmla="val 7407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92C1CA-A338-4432-97E3-355105CE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314950"/>
            <a:ext cx="148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3A3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3A30"/>
                </a:solidFill>
                <a:latin typeface="Arial"/>
                <a:ea typeface="Arial"/>
                <a:cs typeface="Arial"/>
              </a:rPr>
              <a:t>PM &amp; CM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99F9E3-016E-4B3A-BF23-372E4FAC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6007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328"/>
          </a:bodyPr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6D7E77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D7E77"/>
                </a:solidFill>
                <a:latin typeface="Arial"/>
                <a:ea typeface="Arial"/>
                <a:cs typeface="Arial"/>
              </a:rPr>
              <a:t>Outstanding per crew dan lokasi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4C61E3-88F5-41AF-804B-DAA6AC2F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19225"/>
            <a:ext cx="1752600" cy="47053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6f697acbbe495c"/>
          <a:stretch xmlns:a="http://schemas.openxmlformats.org/drawingml/2006/main"/>
        </p:blipFill>
        <p:spPr>
          <a:xfrm xmlns:a="http://schemas.openxmlformats.org/drawingml/2006/main">
            <a:off x="5819775" y="1686616"/>
            <a:ext cx="1543050" cy="3313318"/>
          </a:xfrm>
          <a:prstGeom xmlns:a="http://schemas.openxmlformats.org/drawingml/2006/main" prst="roundRect">
            <a:avLst>
              <a:gd name="adj" fmla="val 7407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E3B1FD-BC79-4D4C-B6D1-44AA4438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314950"/>
            <a:ext cx="148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3A3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3A30"/>
                </a:solidFill>
                <a:latin typeface="Arial"/>
                <a:ea typeface="Arial"/>
                <a:cs typeface="Arial"/>
              </a:rPr>
              <a:t>Anggaran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F4A3EA-D8DE-4745-81B6-612B37CC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6007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6D7E77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D7E77"/>
                </a:solidFill>
                <a:latin typeface="Arial"/>
                <a:ea typeface="Arial"/>
                <a:cs typeface="Arial"/>
              </a:rPr>
              <a:t>Budget, aktual, dan sisa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15D550-3DD7-4CCF-9315-F6CB252B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19225"/>
            <a:ext cx="1752600" cy="47053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c6c5dd558d47d2"/>
          <a:stretch xmlns:a="http://schemas.openxmlformats.org/drawingml/2006/main"/>
        </p:blipFill>
        <p:spPr>
          <a:xfrm xmlns:a="http://schemas.openxmlformats.org/drawingml/2006/main">
            <a:off x="7820025" y="1670797"/>
            <a:ext cx="1543050" cy="3344956"/>
          </a:xfrm>
          <a:prstGeom xmlns:a="http://schemas.openxmlformats.org/drawingml/2006/main" prst="roundRect">
            <a:avLst>
              <a:gd name="adj" fmla="val 7407"/>
            </a:avLst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F3AB9A-4130-4767-827E-CEAD03E9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314950"/>
            <a:ext cx="148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3A3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3A30"/>
                </a:solidFill>
                <a:latin typeface="Arial"/>
                <a:ea typeface="Arial"/>
                <a:cs typeface="Arial"/>
              </a:rPr>
              <a:t>Data PR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4FADA8-055C-4A24-A6D3-40608AAC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6007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6D7E77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D7E77"/>
                </a:solidFill>
                <a:latin typeface="Arial"/>
                <a:ea typeface="Arial"/>
                <a:cs typeface="Arial"/>
              </a:rPr>
              <a:t>Cari purchase requisition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85EFA0-612B-4ECA-98D4-0A999D53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419225"/>
            <a:ext cx="1752600" cy="47053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b423123d1b47b9"/>
          <a:stretch xmlns:a="http://schemas.openxmlformats.org/drawingml/2006/main"/>
        </p:blipFill>
        <p:spPr>
          <a:xfrm xmlns:a="http://schemas.openxmlformats.org/drawingml/2006/main">
            <a:off x="9820275" y="1698357"/>
            <a:ext cx="1543050" cy="3289836"/>
          </a:xfrm>
          <a:prstGeom xmlns:a="http://schemas.openxmlformats.org/drawingml/2006/main" prst="roundRect">
            <a:avLst>
              <a:gd name="adj" fmla="val 7407"/>
            </a:avLst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2525A8-1FF7-48F4-B32D-BAF7A815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314950"/>
            <a:ext cx="148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3A3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23A30"/>
                </a:solidFill>
                <a:latin typeface="Arial"/>
                <a:ea typeface="Arial"/>
                <a:cs typeface="Arial"/>
              </a:rPr>
              <a:t>Cost Code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68D0C7-33F4-4AB8-A40F-BD4FA51E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6007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6D7E77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6D7E77"/>
                </a:solidFill>
                <a:latin typeface="Arial"/>
                <a:ea typeface="Arial"/>
                <a:cs typeface="Arial"/>
              </a:rPr>
              <a:t>Referensi struktur biaya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CD230D-9EB4-4251-9AC0-596B558C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429375"/>
            <a:ext cx="11096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7DF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F020C8-BFF9-434B-A5A1-60843604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15100"/>
            <a:ext cx="7810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278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D655C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4D655C"/>
                </a:solidFill>
                <a:latin typeface="Arial"/>
                <a:ea typeface="Arial"/>
                <a:cs typeface="Arial"/>
              </a:rPr>
              <a:t>11 menu utama: operasional, pencarian data, serta referensi kerja.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834F87-989B-4E99-934D-A3DBB8DA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278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D655C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4D655C"/>
                </a:solidFill>
                <a:latin typeface="Arial"/>
                <a:ea typeface="Arial"/>
                <a:cs typeface="Arial"/>
              </a:rPr>
              <a:t>SICATAT</a:t>
            </a:r>
          </a:p>
        </p:txBody>
      </p:sp>
    </p:spTree>
    <p:extLst>
      <p:ext uri="{BB962C8B-B14F-4D97-AF65-F5344CB8AC3E}">
        <p14:creationId xmlns:p14="http://schemas.microsoft.com/office/powerpoint/2010/main" val="6754959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2026-09-12T01:38:54.7190000Z</dcterms:created>
  <dcterms:modified xsi:type="dcterms:W3CDTF">2026-09-12T01:38:54.7190000Z</dcterms:modified>
</coreProperties>
</file>